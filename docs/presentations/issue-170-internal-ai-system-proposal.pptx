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사내 폐쇄망 AI 개발지원 시스템 구축 검토안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#170 최신 기준 / 기존 Git·Jenkins 재사용 / 인건비 제외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목표: 소스 외부 유출 없이 내부망에서 Owner/Reviewer 체계를 도입</a:t>
            </a:r>
          </a:p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구성: 중간형 GPU 서버 1대 + 기존 Git/Jenkins 장비 재사용</a:t>
            </a:r>
          </a:p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도입 방식: 저장소 1개, 팀 1개 기준 MVP 후 확대</a:t>
            </a:r>
          </a:p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핵심 비용: 초기 장비비 4,300만 ~ 7,700만원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권장 인프라 구성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94560"/>
            <a:ext cx="2011680" cy="914400"/>
          </a:xfrm>
          <a:prstGeom prst="roundRect">
            <a:avLst/>
          </a:prstGeom>
          <a:solidFill>
            <a:srgbClr val="EBF1D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개발자 / 요청자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554480"/>
            <a:ext cx="2377440" cy="1097280"/>
          </a:xfrm>
          <a:prstGeom prst="roundRect">
            <a:avLst/>
          </a:prstGeom>
          <a:solidFill>
            <a:srgbClr val="F4B183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오케스트레이터</a:t>
            </a:r>
            <a:br/>
            <a:r>
              <a:t>Task / Allocator /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3840480"/>
            <a:ext cx="2834640" cy="1371600"/>
          </a:xfrm>
          <a:prstGeom prst="roundRect">
            <a:avLst/>
          </a:prstGeom>
          <a:solidFill>
            <a:srgbClr val="E6E6E6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기존 장비</a:t>
            </a:r>
            <a:br/>
            <a:r>
              <a:t>Git + Jenkins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3657600"/>
            <a:ext cx="3931920" cy="1554480"/>
          </a:xfrm>
          <a:prstGeom prst="roundRect">
            <a:avLst/>
          </a:prstGeom>
          <a:solidFill>
            <a:srgbClr val="EBF1D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신규 장비</a:t>
            </a:r>
            <a:br/>
            <a:r>
              <a:t>중간형 GPU 서버</a:t>
            </a:r>
            <a:br/>
            <a:r>
              <a:t>LLM / Owner / Reviewer / Workspace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651760" y="2103120"/>
            <a:ext cx="457200" cy="54864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291840" y="2651760"/>
            <a:ext cx="1005840" cy="11887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103120"/>
            <a:ext cx="1005840" cy="173736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4526280"/>
            <a:ext cx="192024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동작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1. 개발자가 작업 생성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2. 오케스트레이터가 workspace 할당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3. Owner AI가 코드 수정 및 테스트 수행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4. 내부 Git 브랜치 push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5. Jenkins 빌드/테스트 실행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6. Reviewer AI가 diff + 결과 검토 후 승인/반려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비용 요약 (최신 기준)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예상 비용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GPU 서버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4,000만 ~ 6,500만원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중간형 GPU 서버 1대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스토리지/백업/UPS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300만 ~ 1,200만원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NAS, 백업, 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초기 장비비 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4,300만 ~ 7,700만원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인건비 제외 / Git·Jenkins 재사용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월간 운영비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100만 ~ 220만원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인프라/실비 운영비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연간 운영비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1,200만 ~ 2,640만원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인프라/실비 운영비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운영관리 제외 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월 50만 ~ 120만원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실비 기준 하한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장점 / 리스크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120640" cy="4297680"/>
          </a:xfrm>
          <a:prstGeom prst="roundRect">
            <a:avLst/>
          </a:prstGeom>
          <a:solidFill>
            <a:srgbClr val="C6EFC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장점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소스 외부 유출 위험 최소화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기존 Git/Jenkins 활용으로 초기비용 절감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반복 리뷰/테스트 작업 감소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branch/PR 기반 통제 가능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1371600"/>
            <a:ext cx="5120640" cy="4297680"/>
          </a:xfrm>
          <a:prstGeom prst="roundRect">
            <a:avLst/>
          </a:prstGeom>
          <a:solidFill>
            <a:srgbClr val="FFC7C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리스크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초기 GPU 장비 비용 큼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내부 운영 인력 필요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AI 결과는 사람 최종 검토 필요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상용 SaaS 대비 품질 한계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권장 도입안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중간형 GPU 서버 1대 신규 도입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기존 Git/Jenkins 장비 재사용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저장소 1개 / 팀 1개 기준 MVP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Reviewer 우선 -&gt; Owner 추가 -&gt; 승인/반려 루프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기준 문서: GitHub Issue #170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