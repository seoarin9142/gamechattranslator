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외부망 연계 AI 개발지원 시스템 구축 검토안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t>#171 기반 발표자료 / 외부 AI API 연계형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목표: 내부 Git/Jenkins는 유지하고 AI만 외부 서비스 활용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구성: CPU 서버 1대 + 외부 AI API/SaaS 연계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장점: 초기 구축비 절감, 최신 모델 즉시 활용</a:t>
            </a:r>
          </a:p>
          <a:p>
            <a:pPr>
              <a:spcAft>
                <a:spcPts val="1000"/>
              </a:spcAft>
              <a:defRPr sz="2100">
                <a:solidFill>
                  <a:srgbClr val="000000"/>
                </a:solidFill>
              </a:defRPr>
            </a:pPr>
            <a:r>
              <a:t>핵심 조건: 데이터 전송 범위 통제 + 외부 사용료 관리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권장 인프라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194560"/>
            <a:ext cx="2011680" cy="914400"/>
          </a:xfrm>
          <a:prstGeom prst="roundRect">
            <a:avLst/>
          </a:prstGeom>
          <a:solidFill>
            <a:srgbClr val="EBF1D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개발자 / 요청자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645920"/>
            <a:ext cx="2377440" cy="1097280"/>
          </a:xfrm>
          <a:prstGeom prst="roundRect">
            <a:avLst/>
          </a:prstGeom>
          <a:solidFill>
            <a:srgbClr val="F4B18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오케스트레이터</a:t>
            </a:r>
            <a:br/>
            <a:r>
              <a:t>Task / Allocator /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3840480"/>
            <a:ext cx="2743200" cy="1280160"/>
          </a:xfrm>
          <a:prstGeom prst="roundRect">
            <a:avLst/>
          </a:prstGeom>
          <a:solidFill>
            <a:srgbClr val="E6E6E6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CPU 서버</a:t>
            </a:r>
            <a:br/>
            <a:r>
              <a:t>Git + Jenkins + Orchestrator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3566160"/>
            <a:ext cx="3657600" cy="1371600"/>
          </a:xfrm>
          <a:prstGeom prst="roundRect">
            <a:avLst/>
          </a:prstGeom>
          <a:solidFill>
            <a:srgbClr val="EBF1D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t>외부 AI API / SaaS</a:t>
            </a:r>
            <a:br/>
            <a:r>
              <a:t>OpenAI / Copilot 등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2651760" y="2194560"/>
            <a:ext cx="457200" cy="45720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3291840" y="2743200"/>
            <a:ext cx="1005840" cy="10972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2194560"/>
            <a:ext cx="1188720" cy="173736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동작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1. 개발자가 작업 생성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2. 오케스트레이터가 workspace 할당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3. Owner AI가 외부 AI 서비스 호출 후 코드 수정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4. 내부 Git 브랜치 push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5. Jenkins 빌드/테스트 실행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t>6. Reviewer AI가 외부 AI 서비스 호출 후 승인/반려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비용 요약 (외부망 연계형)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예상 비용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/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E6E6E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CPU 서버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700만 ~ 1,500만원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Git + Jenkins + Orchestrator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스토리지/UPS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300만 ~ 800만원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백업/보호 장비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구축 인건비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1,500만 ~ 3,000만원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MVP 2~4주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총 초기 구축비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2,550만 ~ 5,500만원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세부 견적 합산 예시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Copilot Business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$19 / 사용자 / 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좌석형 과금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OpenAI GPT-5.4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입력 $2.50 / 출력 $15 / 1M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 b="0"/>
                      </a:pPr>
                      <a:r>
                        <a:t>사용량 과금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장점 / 리스크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120640" cy="4297680"/>
          </a:xfrm>
          <a:prstGeom prst="roundRect">
            <a:avLst/>
          </a:prstGeom>
          <a:solidFill>
            <a:srgbClr val="C6EFC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장점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초기 인프라 비용이 낮음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GPU 서버 없이 시작 가능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최신 상용 모델 즉시 활용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도입 속도가 빠름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1371600"/>
            <a:ext cx="5120640" cy="4297680"/>
          </a:xfrm>
          <a:prstGeom prst="roundRect">
            <a:avLst/>
          </a:prstGeom>
          <a:solidFill>
            <a:srgbClr val="FFC7CE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F4E79"/>
                </a:solidFill>
              </a:defRPr>
            </a:pPr>
            <a:r>
              <a:t>리스크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소스/로그 일부가 외부로 전송될 수 있음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월별 사용료가 지속 발생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외부 서비스 장애 의존성</a:t>
            </a:r>
          </a:p>
          <a:p>
            <a:pPr>
              <a:spcAft>
                <a:spcPts val="600"/>
              </a:spcAft>
              <a:defRPr sz="1600">
                <a:solidFill>
                  <a:srgbClr val="000000"/>
                </a:solidFill>
              </a:defRPr>
            </a:pPr>
            <a:r>
              <a:t>데이터 반출 정책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권장 도입안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CPU 서버 1대 + 내부 Git/Jenkins 유지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저장소 1개 / 팀 1개 기준 MVP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데이터 전송 범위 문서화 필수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좌석형/사용량형 비용 통제 정책 필요</a:t>
            </a:r>
          </a:p>
          <a:p>
            <a:pPr>
              <a:spcAft>
                <a:spcPts val="1000"/>
              </a:spcAft>
              <a:defRPr sz="2200">
                <a:solidFill>
                  <a:srgbClr val="000000"/>
                </a:solidFill>
              </a:defRPr>
            </a:pPr>
            <a:r>
              <a:t>기준 문서: GitHub Issue #171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