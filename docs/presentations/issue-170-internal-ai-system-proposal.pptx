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사내 폐쇄망 AI 개발지원 시스템 구축 검토안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#170 기반 발표자료 / 중간형 GPU + CPU 2서버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목표: 소스 외부 유출 없이 내부망에서 Owner/Reviewer 체계를 도입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구성: GPU 서버 1대(LLM/오케스트레이터/workspace) + CPU 서버 1대(Git/Jenkins)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도입 방식: 저장소 1개, 팀 1개 기준 MVP 후 확대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핵심 판단: 장비는 중간형, 운영 범위는 작게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권장 인프라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201168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개발자 / 요청자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2286000" cy="1097280"/>
          </a:xfrm>
          <a:prstGeom prst="roundRect">
            <a:avLst/>
          </a:prstGeom>
          <a:solidFill>
            <a:srgbClr val="F4B18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오케스트레이터</a:t>
            </a:r>
            <a:br/>
            <a:r>
              <a:t>Task / Allocator /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2743200" cy="1280160"/>
          </a:xfrm>
          <a:prstGeom prst="roundRect">
            <a:avLst/>
          </a:prstGeom>
          <a:solidFill>
            <a:srgbClr val="E6E6E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CPU 서버</a:t>
            </a:r>
            <a:br/>
            <a:r>
              <a:t>Git + Jenkins Controller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3474720"/>
            <a:ext cx="3840480" cy="1645920"/>
          </a:xfrm>
          <a:prstGeom prst="roundRect">
            <a:avLst/>
          </a:prstGeom>
          <a:solidFill>
            <a:srgbClr val="EBF1D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GPU 서버</a:t>
            </a:r>
            <a:br/>
            <a:r>
              <a:t>LLM / Owner / Reviewer</a:t>
            </a:r>
            <a:br/>
            <a:r>
              <a:t>Workspace / Jenkins Agent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651760" y="2194560"/>
            <a:ext cx="548640" cy="45720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383280" y="2743200"/>
            <a:ext cx="914400" cy="10972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194560"/>
            <a:ext cx="1097280" cy="1645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4480560"/>
            <a:ext cx="20116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동작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1. 개발자가 작업 생성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2. 오케스트레이터가 workspace 할당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3. Owner AI가 코드 수정 및 테스트 수행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4. 내부 Git 브랜치 push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5. Jenkins 빌드/테스트 실행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6. Reviewer AI가 diff + 결과 검토 후 승인/반려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비용 요약 (중간형 권장안)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예상 비용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GPU 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4,000만 ~ 6,500만원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RTX 6000 Ada / A6000 / L40S 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CPU 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700만 ~ 1,500만원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Git + Jenkins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스토리지/UPS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500만 ~ 1,500만원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NAS, 백업, 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구축 인건비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2,000만 ~ 4,000만원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MVP 2~4주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총 초기 구축비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7,300만 ~ 1억 3,800만원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세부 견적 합산 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월간 운영비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150만 ~ 300만원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인프라 운영비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장점 / 리스크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120640" cy="4297680"/>
          </a:xfrm>
          <a:prstGeom prst="roundRect">
            <a:avLst/>
          </a:prstGeom>
          <a:solidFill>
            <a:srgbClr val="C6EFC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장점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외부망 없이 내부망에서만 운용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소스 외부 유출 위험 최소화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반복 리뷰/테스트 작업 감소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Git/Jenkins와 분리 운영으로 안정성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120640" cy="4297680"/>
          </a:xfrm>
          <a:prstGeom prst="roundRect">
            <a:avLst/>
          </a:prstGeom>
          <a:solidFill>
            <a:srgbClr val="FFC7C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리스크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초기 인프라 비용 큼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내부 운영 인력 필요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AI 결과는 사람 최종 검토 필요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GPU/모델 운영 부담 존재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권장 도입안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중간형 GPU 서버 1대 + CPU 서버 1대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저장소 1개 / 팀 1개 기준 MVP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Reviewer 우선 -&gt; Owner 추가 -&gt; 승인/반려 루프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안정화 후 팀별 workspace 확장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기준 문서: GitHub Issue #170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